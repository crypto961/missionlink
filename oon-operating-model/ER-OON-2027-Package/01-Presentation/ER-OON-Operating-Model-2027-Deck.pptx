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w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work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brea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p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gate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portfol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care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p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te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tran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peo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se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-score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-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-ri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-deci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-gloss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