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-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-w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-work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-brea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-tar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-p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-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-gate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-bri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-portfoli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-care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-bad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-p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-tes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-tran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-peo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8-grow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9-se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0-score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1-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2-ris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3-decis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4-gloss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