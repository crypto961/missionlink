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work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brea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p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portfol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are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ba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p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s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gloss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